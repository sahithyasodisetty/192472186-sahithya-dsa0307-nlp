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951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05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97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0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963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796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84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78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4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765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1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9984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8A55-1797-8CBE-655E-1E1BD58C8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4962" y="1511710"/>
            <a:ext cx="8388703" cy="1917290"/>
          </a:xfrm>
        </p:spPr>
        <p:txBody>
          <a:bodyPr>
            <a:noAutofit/>
          </a:bodyPr>
          <a:lstStyle/>
          <a:p>
            <a:pPr algn="ctr"/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Natural Language Processing</a:t>
            </a: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F74EF-D447-4606-52A8-E084A7E15D06}"/>
              </a:ext>
            </a:extLst>
          </p:cNvPr>
          <p:cNvSpPr txBox="1"/>
          <p:nvPr/>
        </p:nvSpPr>
        <p:spPr>
          <a:xfrm>
            <a:off x="6990736" y="4399936"/>
            <a:ext cx="1627369" cy="1177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Sahithya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192472186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CD5795-D0C3-50EB-B5F9-6BFDF1AA558E}"/>
              </a:ext>
            </a:extLst>
          </p:cNvPr>
          <p:cNvSpPr txBox="1"/>
          <p:nvPr/>
        </p:nvSpPr>
        <p:spPr>
          <a:xfrm>
            <a:off x="1288026" y="4473677"/>
            <a:ext cx="2152064" cy="96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Anbazhagan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64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DAF741-7A7B-D10D-E8A0-DF28EEBF3D22}"/>
              </a:ext>
            </a:extLst>
          </p:cNvPr>
          <p:cNvSpPr txBox="1"/>
          <p:nvPr/>
        </p:nvSpPr>
        <p:spPr>
          <a:xfrm>
            <a:off x="1710813" y="718211"/>
            <a:ext cx="8504903" cy="4952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Natural Language Processing (NLP)?</a:t>
            </a:r>
            <a:endParaRPr lang="en-IN" sz="2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is a branch of Artificial Intelligence (AI).</a:t>
            </a:r>
          </a:p>
          <a:p>
            <a:pPr marL="457200" marR="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enables computers to understand, interpret, and generate human language.</a:t>
            </a:r>
          </a:p>
          <a:p>
            <a:pPr marL="457200" marR="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Computer Science, Linguistics, and Machine Learning.</a:t>
            </a:r>
          </a:p>
          <a:p>
            <a:pPr marL="457200" marR="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text processing, speech recognition, translation, and chatbots.</a:t>
            </a:r>
          </a:p>
        </p:txBody>
      </p:sp>
    </p:spTree>
    <p:extLst>
      <p:ext uri="{BB962C8B-B14F-4D97-AF65-F5344CB8AC3E}">
        <p14:creationId xmlns:p14="http://schemas.microsoft.com/office/powerpoint/2010/main" val="1997926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3D6AE6-A24E-0737-E889-D91E354E0DE4}"/>
              </a:ext>
            </a:extLst>
          </p:cNvPr>
          <p:cNvSpPr txBox="1"/>
          <p:nvPr/>
        </p:nvSpPr>
        <p:spPr>
          <a:xfrm>
            <a:off x="1484670" y="483927"/>
            <a:ext cx="476864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2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NLP (1950s–1980s)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9280A6-85DD-F4F1-8D02-5525B8B36BE8}"/>
              </a:ext>
            </a:extLst>
          </p:cNvPr>
          <p:cNvSpPr txBox="1"/>
          <p:nvPr/>
        </p:nvSpPr>
        <p:spPr>
          <a:xfrm>
            <a:off x="1484670" y="1091381"/>
            <a:ext cx="9183329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handcrafted grammar rules.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language experts.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 using if-else conditions.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for small tasks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results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maintain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understand context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</a:t>
            </a:r>
          </a:p>
        </p:txBody>
      </p:sp>
    </p:spTree>
    <p:extLst>
      <p:ext uri="{BB962C8B-B14F-4D97-AF65-F5344CB8AC3E}">
        <p14:creationId xmlns:p14="http://schemas.microsoft.com/office/powerpoint/2010/main" val="244803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7A307F-42FD-BF76-38A1-6F8C68532FC1}"/>
              </a:ext>
            </a:extLst>
          </p:cNvPr>
          <p:cNvSpPr txBox="1"/>
          <p:nvPr/>
        </p:nvSpPr>
        <p:spPr>
          <a:xfrm>
            <a:off x="3754939" y="916548"/>
            <a:ext cx="464082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2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NLP 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3E154F7-731C-A2F2-2777-91819D1391E9}"/>
              </a:ext>
            </a:extLst>
          </p:cNvPr>
          <p:cNvSpPr/>
          <p:nvPr/>
        </p:nvSpPr>
        <p:spPr>
          <a:xfrm>
            <a:off x="1354882" y="3242477"/>
            <a:ext cx="2853320" cy="2418735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N-gram Models</a:t>
            </a:r>
          </a:p>
          <a:p>
            <a:endParaRPr lang="en-US" dirty="0">
              <a:solidFill>
                <a:srgbClr val="6670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 the next word from the previous N words, estimated by counting frequencies in a corpus.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5786E34-5625-5341-8B47-664F8F022A3A}"/>
              </a:ext>
            </a:extLst>
          </p:cNvPr>
          <p:cNvSpPr/>
          <p:nvPr/>
        </p:nvSpPr>
        <p:spPr>
          <a:xfrm>
            <a:off x="4648692" y="3242477"/>
            <a:ext cx="2853320" cy="2418735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Markov Models</a:t>
            </a:r>
            <a:endParaRPr lang="en-US" dirty="0"/>
          </a:p>
          <a:p>
            <a:endParaRPr lang="en-IN" dirty="0"/>
          </a:p>
          <a:p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sequences of hidden states (e.g. part-of-speech tags) behind observed words.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F6E14356-F6BD-3702-2A51-E349B6DA427D}"/>
              </a:ext>
            </a:extLst>
          </p:cNvPr>
          <p:cNvSpPr/>
          <p:nvPr/>
        </p:nvSpPr>
        <p:spPr>
          <a:xfrm>
            <a:off x="8062451" y="3242476"/>
            <a:ext cx="2998836" cy="2418735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Alignment Models</a:t>
            </a:r>
            <a:endParaRPr lang="en-US" dirty="0"/>
          </a:p>
          <a:p>
            <a:endParaRPr lang="en-IN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machine translation learned word-to-word correspondences from bilingual text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8F80C-81A2-4DDA-C764-EBEAC7F9538C}"/>
              </a:ext>
            </a:extLst>
          </p:cNvPr>
          <p:cNvSpPr txBox="1"/>
          <p:nvPr/>
        </p:nvSpPr>
        <p:spPr>
          <a:xfrm>
            <a:off x="1354882" y="1792219"/>
            <a:ext cx="9910917" cy="776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218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 digital text corpora grew, researchers shifted from hand-written rules to probability: systems learned patterns of language directly from large collections of real text.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26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B471F3-CBC3-39C3-1516-B0AE6FF50D4E}"/>
              </a:ext>
            </a:extLst>
          </p:cNvPr>
          <p:cNvSpPr txBox="1"/>
          <p:nvPr/>
        </p:nvSpPr>
        <p:spPr>
          <a:xfrm>
            <a:off x="2143432" y="896883"/>
            <a:ext cx="74233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en-IN" sz="2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&amp; Deep Learning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DA558-AD41-7447-1BC6-ABA9CB539F38}"/>
              </a:ext>
            </a:extLst>
          </p:cNvPr>
          <p:cNvSpPr txBox="1"/>
          <p:nvPr/>
        </p:nvSpPr>
        <p:spPr>
          <a:xfrm>
            <a:off x="1892710" y="1842078"/>
            <a:ext cx="8583562" cy="257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improved text classification and sentiment analysis.</a:t>
            </a:r>
          </a:p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used Artificial Neural Networks for better accuracy.</a:t>
            </a:r>
          </a:p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embeddings like Word2Vec and Glove captured word meanings.</a:t>
            </a:r>
          </a:p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Networks (RNN) and LSTM handled sequential text.</a:t>
            </a:r>
          </a:p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higher performance than statistical methods.</a:t>
            </a:r>
          </a:p>
        </p:txBody>
      </p:sp>
    </p:spTree>
    <p:extLst>
      <p:ext uri="{BB962C8B-B14F-4D97-AF65-F5344CB8AC3E}">
        <p14:creationId xmlns:p14="http://schemas.microsoft.com/office/powerpoint/2010/main" val="254772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B2DFA6-55C5-7F15-A1EF-D857B0F4D500}"/>
              </a:ext>
            </a:extLst>
          </p:cNvPr>
          <p:cNvSpPr txBox="1"/>
          <p:nvPr/>
        </p:nvSpPr>
        <p:spPr>
          <a:xfrm>
            <a:off x="1769806" y="940732"/>
            <a:ext cx="95864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2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Transformer Models &amp; Modern NLP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A0078-1CAD-BA43-739C-06772783F79A}"/>
              </a:ext>
            </a:extLst>
          </p:cNvPr>
          <p:cNvSpPr txBox="1"/>
          <p:nvPr/>
        </p:nvSpPr>
        <p:spPr>
          <a:xfrm>
            <a:off x="2172930" y="1820717"/>
            <a:ext cx="8131277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process text faster and more accurately.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Encoder Representations from Transformers</a:t>
            </a:r>
            <a:r>
              <a:rPr lang="en-IN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understands context from both directions in a sentence.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Pre-trained Transformer</a:t>
            </a:r>
            <a:r>
              <a:rPr lang="en-IN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human-like text and answers questions.</a:t>
            </a:r>
          </a:p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power AI assistants and chatbots.</a:t>
            </a:r>
          </a:p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include ChatGPT, virtual assistants, summarization, and translation.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711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57145-926B-28F0-944B-BED3FC1CD4E3}"/>
              </a:ext>
            </a:extLst>
          </p:cNvPr>
          <p:cNvSpPr txBox="1"/>
          <p:nvPr/>
        </p:nvSpPr>
        <p:spPr>
          <a:xfrm>
            <a:off x="4493342" y="81822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4E0E6-0E9A-39AC-8C5B-4A9EFC06D22D}"/>
              </a:ext>
            </a:extLst>
          </p:cNvPr>
          <p:cNvSpPr txBox="1"/>
          <p:nvPr/>
        </p:nvSpPr>
        <p:spPr>
          <a:xfrm>
            <a:off x="2379406" y="1909209"/>
            <a:ext cx="782647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has evolved from rule-based systems to intelligent AI models.</a:t>
            </a:r>
          </a:p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stage improved language understanding and accuracy.</a:t>
            </a:r>
          </a:p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NLP supports real-time communication with humans.</a:t>
            </a:r>
          </a:p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NLP will become more accurate, multilingual, and personalized.</a:t>
            </a:r>
          </a:p>
          <a:p>
            <a:pPr marL="342900" marR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plays a key role in healthcare, education, finance, and customer support.</a:t>
            </a:r>
          </a:p>
          <a:p>
            <a:pPr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861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C4EF43-8346-D3C5-847E-9608B333AD06}"/>
              </a:ext>
            </a:extLst>
          </p:cNvPr>
          <p:cNvSpPr txBox="1"/>
          <p:nvPr/>
        </p:nvSpPr>
        <p:spPr>
          <a:xfrm>
            <a:off x="2094270" y="2556387"/>
            <a:ext cx="81782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YOUUU…!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903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2D251F"/>
      </a:dk2>
      <a:lt2>
        <a:srgbClr val="FAE9C5"/>
      </a:lt2>
      <a:accent1>
        <a:srgbClr val="ED3846"/>
      </a:accent1>
      <a:accent2>
        <a:srgbClr val="F87184"/>
      </a:accent2>
      <a:accent3>
        <a:srgbClr val="EC9DA9"/>
      </a:accent3>
      <a:accent4>
        <a:srgbClr val="ECC190"/>
      </a:accent4>
      <a:accent5>
        <a:srgbClr val="FFB268"/>
      </a:accent5>
      <a:accent6>
        <a:srgbClr val="F98657"/>
      </a:accent6>
      <a:hlink>
        <a:srgbClr val="B97669"/>
      </a:hlink>
      <a:folHlink>
        <a:srgbClr val="9E94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82</TotalTime>
  <Words>374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</vt:lpstr>
      <vt:lpstr>MS Shell Dlg 2</vt:lpstr>
      <vt:lpstr>Times New Roman</vt:lpstr>
      <vt:lpstr>Wingdings</vt:lpstr>
      <vt:lpstr>Wingdings 3</vt:lpstr>
      <vt:lpstr>Madison</vt:lpstr>
      <vt:lpstr>Evolution of Natural Language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sodisetty sahithya</dc:creator>
  <cp:lastModifiedBy>sodisetty sahithya</cp:lastModifiedBy>
  <cp:revision>7</cp:revision>
  <dcterms:created xsi:type="dcterms:W3CDTF">2026-07-25T08:29:02Z</dcterms:created>
  <dcterms:modified xsi:type="dcterms:W3CDTF">2026-08-01T05:59:00Z</dcterms:modified>
</cp:coreProperties>
</file>